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oppi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df24a4545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df24a4545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e81a56afb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e81a56afb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e53a743b4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e53a743b4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e81a56afbe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e81a56afbe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a63d65faa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a63d65faa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a63d65fa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a63d65fa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e508255794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e508255794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e8178c0cd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e8178c0cd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9.jp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8400"/>
            <a:ext cx="8520600" cy="13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&lt;Main Title&gt;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latin typeface="Poppins"/>
                <a:ea typeface="Poppins"/>
                <a:cs typeface="Poppins"/>
                <a:sym typeface="Poppins"/>
              </a:rPr>
              <a:t>&lt;Sub Title&gt;</a:t>
            </a:r>
            <a:endParaRPr sz="275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1300" y="4594950"/>
            <a:ext cx="1733549" cy="5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25550"/>
            <a:ext cx="8520600" cy="76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>
                <a:latin typeface="Poppins"/>
                <a:ea typeface="Poppins"/>
                <a:cs typeface="Poppins"/>
                <a:sym typeface="Poppins"/>
              </a:rPr>
              <a:t>&lt;Slide Title&gt;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3700" y="4594950"/>
            <a:ext cx="1733549" cy="504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" name="Google Shape;62;p14"/>
          <p:cNvGrpSpPr/>
          <p:nvPr/>
        </p:nvGrpSpPr>
        <p:grpSpPr>
          <a:xfrm>
            <a:off x="6929688" y="2222113"/>
            <a:ext cx="1126500" cy="1602438"/>
            <a:chOff x="6520150" y="2337288"/>
            <a:chExt cx="1126500" cy="1602438"/>
          </a:xfrm>
        </p:grpSpPr>
        <p:pic>
          <p:nvPicPr>
            <p:cNvPr id="63" name="Google Shape;63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20232" y="2337288"/>
              <a:ext cx="1126341" cy="1089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" name="Google Shape;64;p14"/>
            <p:cNvSpPr txBox="1"/>
            <p:nvPr/>
          </p:nvSpPr>
          <p:spPr>
            <a:xfrm>
              <a:off x="6520150" y="3570425"/>
              <a:ext cx="1126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Clean Code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5" name="Google Shape;65;p14"/>
          <p:cNvGrpSpPr/>
          <p:nvPr/>
        </p:nvGrpSpPr>
        <p:grpSpPr>
          <a:xfrm>
            <a:off x="3226262" y="2291175"/>
            <a:ext cx="1016195" cy="1533375"/>
            <a:chOff x="2816725" y="2406350"/>
            <a:chExt cx="1016195" cy="1533375"/>
          </a:xfrm>
        </p:grpSpPr>
        <p:pic>
          <p:nvPicPr>
            <p:cNvPr id="66" name="Google Shape;66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16725" y="2406350"/>
              <a:ext cx="1016195" cy="1089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Google Shape;67;p14"/>
            <p:cNvSpPr txBox="1"/>
            <p:nvPr/>
          </p:nvSpPr>
          <p:spPr>
            <a:xfrm>
              <a:off x="2847675" y="3570425"/>
              <a:ext cx="954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Creativity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8" name="Google Shape;68;p14"/>
          <p:cNvGrpSpPr/>
          <p:nvPr/>
        </p:nvGrpSpPr>
        <p:grpSpPr>
          <a:xfrm>
            <a:off x="4969410" y="1367000"/>
            <a:ext cx="1233413" cy="1519300"/>
            <a:chOff x="4559872" y="1482175"/>
            <a:chExt cx="1233413" cy="1519300"/>
          </a:xfrm>
        </p:grpSpPr>
        <p:pic>
          <p:nvPicPr>
            <p:cNvPr id="69" name="Google Shape;69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559872" y="1482175"/>
              <a:ext cx="1233413" cy="1089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14"/>
            <p:cNvSpPr txBox="1"/>
            <p:nvPr/>
          </p:nvSpPr>
          <p:spPr>
            <a:xfrm>
              <a:off x="4559925" y="2632175"/>
              <a:ext cx="1233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Collaboration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1087813" y="1367000"/>
            <a:ext cx="1411500" cy="1584550"/>
            <a:chOff x="678275" y="1482175"/>
            <a:chExt cx="1411500" cy="1584550"/>
          </a:xfrm>
        </p:grpSpPr>
        <p:pic>
          <p:nvPicPr>
            <p:cNvPr id="72" name="Google Shape;72;p1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78275" y="1482175"/>
              <a:ext cx="1411500" cy="1089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" name="Google Shape;73;p14"/>
            <p:cNvSpPr txBox="1"/>
            <p:nvPr/>
          </p:nvSpPr>
          <p:spPr>
            <a:xfrm>
              <a:off x="906875" y="2697425"/>
              <a:ext cx="954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Empathy</a:t>
              </a:r>
              <a:endPara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ctrTitle"/>
          </p:nvPr>
        </p:nvSpPr>
        <p:spPr>
          <a:xfrm>
            <a:off x="41100" y="143850"/>
            <a:ext cx="91440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>
                <a:latin typeface="Poppins"/>
                <a:ea typeface="Poppins"/>
                <a:cs typeface="Poppins"/>
                <a:sym typeface="Poppins"/>
              </a:rPr>
              <a:t>#1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1098150" y="1258400"/>
            <a:ext cx="7029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#2</a:t>
            </a:r>
            <a:endParaRPr sz="3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1098150" y="2221750"/>
            <a:ext cx="7029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#3</a:t>
            </a:r>
            <a:endParaRPr sz="3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1098150" y="3185100"/>
            <a:ext cx="7029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#4</a:t>
            </a:r>
            <a:endParaRPr sz="3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3700" y="4594950"/>
            <a:ext cx="1733549" cy="5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ctrTitle"/>
          </p:nvPr>
        </p:nvSpPr>
        <p:spPr>
          <a:xfrm>
            <a:off x="1700550" y="0"/>
            <a:ext cx="5742900" cy="6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latin typeface="Poppins"/>
                <a:ea typeface="Poppins"/>
                <a:cs typeface="Poppins"/>
                <a:sym typeface="Poppins"/>
              </a:rPr>
              <a:t>&lt;Slide Title&gt;</a:t>
            </a:r>
            <a:endParaRPr sz="3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672900" y="3016750"/>
            <a:ext cx="7798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&lt;Description&gt; 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&lt;Description&gt; &lt;Description&gt; &lt;Description&gt; &lt;Description&gt; &lt;Description&gt; &lt;Description&gt; &lt;Description&gt; &lt;Description&gt; &lt;Description&gt; &lt;Description&gt; &lt;Description&gt; &lt;Description&gt; &lt;Description&gt; &lt;Description&gt; 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89" name="Google Shape;89;p16"/>
          <p:cNvGrpSpPr/>
          <p:nvPr/>
        </p:nvGrpSpPr>
        <p:grpSpPr>
          <a:xfrm>
            <a:off x="1460800" y="1053400"/>
            <a:ext cx="6222401" cy="1568751"/>
            <a:chOff x="1280525" y="930113"/>
            <a:chExt cx="6222401" cy="1568751"/>
          </a:xfrm>
        </p:grpSpPr>
        <p:pic>
          <p:nvPicPr>
            <p:cNvPr id="90" name="Google Shape;90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80525" y="1071575"/>
              <a:ext cx="3032200" cy="1285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14025" y="930113"/>
              <a:ext cx="2788901" cy="156875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2" name="Google Shape;9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700" y="4594950"/>
            <a:ext cx="1733549" cy="5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/>
        </p:nvSpPr>
        <p:spPr>
          <a:xfrm>
            <a:off x="899400" y="3113388"/>
            <a:ext cx="762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oppins"/>
              <a:buChar char="●"/>
            </a:pPr>
            <a:r>
              <a:rPr lang="en" sz="2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$5</a:t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899400" y="2605488"/>
            <a:ext cx="762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oppins"/>
              <a:buChar char="●"/>
            </a:pPr>
            <a:r>
              <a:rPr lang="en" sz="2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#4</a:t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899400" y="2097588"/>
            <a:ext cx="762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oppins"/>
              <a:buChar char="●"/>
            </a:pPr>
            <a:r>
              <a:rPr lang="en" sz="2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#3</a:t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899400" y="1589688"/>
            <a:ext cx="762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oppins"/>
              <a:buChar char="●"/>
            </a:pPr>
            <a:r>
              <a:rPr lang="en" sz="2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#2</a:t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899400" y="1081788"/>
            <a:ext cx="762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oppins"/>
              <a:buChar char="●"/>
            </a:pPr>
            <a:r>
              <a:rPr lang="en" sz="2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#1</a:t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17"/>
          <p:cNvSpPr txBox="1"/>
          <p:nvPr>
            <p:ph type="ctrTitle"/>
          </p:nvPr>
        </p:nvSpPr>
        <p:spPr>
          <a:xfrm>
            <a:off x="311700" y="67650"/>
            <a:ext cx="8520600" cy="6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latin typeface="Poppins"/>
                <a:ea typeface="Poppins"/>
                <a:cs typeface="Poppins"/>
                <a:sym typeface="Poppins"/>
              </a:rPr>
              <a:t>&lt;Slide Title&gt;</a:t>
            </a:r>
            <a:endParaRPr sz="3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899400" y="3603200"/>
            <a:ext cx="762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oppins"/>
              <a:buChar char="●"/>
            </a:pPr>
            <a:r>
              <a:rPr lang="en" sz="2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$6</a:t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3700" y="4594950"/>
            <a:ext cx="1733549" cy="5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ctrTitle"/>
          </p:nvPr>
        </p:nvSpPr>
        <p:spPr>
          <a:xfrm>
            <a:off x="1700550" y="0"/>
            <a:ext cx="5742900" cy="6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latin typeface="Poppins"/>
                <a:ea typeface="Poppins"/>
                <a:cs typeface="Poppins"/>
                <a:sym typeface="Poppins"/>
              </a:rPr>
              <a:t>&lt;Slide Title&gt;</a:t>
            </a:r>
            <a:endParaRPr sz="3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672900" y="3801350"/>
            <a:ext cx="779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Explore - Learn - Apply - Demonstrate - Market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11" name="Google Shape;111;p18"/>
          <p:cNvGrpSpPr/>
          <p:nvPr/>
        </p:nvGrpSpPr>
        <p:grpSpPr>
          <a:xfrm>
            <a:off x="1923413" y="1297250"/>
            <a:ext cx="5297151" cy="1971675"/>
            <a:chOff x="326150" y="1244238"/>
            <a:chExt cx="5297151" cy="1971675"/>
          </a:xfrm>
        </p:grpSpPr>
        <p:pic>
          <p:nvPicPr>
            <p:cNvPr id="112" name="Google Shape;112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6150" y="1244238"/>
              <a:ext cx="2305050" cy="1971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8"/>
            <p:cNvPicPr preferRelativeResize="0"/>
            <p:nvPr/>
          </p:nvPicPr>
          <p:blipFill rotWithShape="1">
            <a:blip r:embed="rId4">
              <a:alphaModFix/>
            </a:blip>
            <a:srcRect b="21124" l="29384" r="28938" t="22289"/>
            <a:stretch/>
          </p:blipFill>
          <p:spPr>
            <a:xfrm>
              <a:off x="3520700" y="1427175"/>
              <a:ext cx="2102601" cy="160581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4" name="Google Shape;11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3700" y="4594950"/>
            <a:ext cx="1733549" cy="5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1575" y="482250"/>
            <a:ext cx="4220851" cy="422085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>
            <p:ph type="ctrTitle"/>
          </p:nvPr>
        </p:nvSpPr>
        <p:spPr>
          <a:xfrm>
            <a:off x="311700" y="46925"/>
            <a:ext cx="8520600" cy="59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00">
                <a:latin typeface="Poppins"/>
                <a:ea typeface="Poppins"/>
                <a:cs typeface="Poppins"/>
                <a:sym typeface="Poppins"/>
              </a:rPr>
              <a:t>&lt;Slide Title&gt;</a:t>
            </a:r>
            <a:endParaRPr sz="29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/>
          <p:nvPr/>
        </p:nvSpPr>
        <p:spPr>
          <a:xfrm>
            <a:off x="0" y="4550700"/>
            <a:ext cx="9144000" cy="592800"/>
          </a:xfrm>
          <a:prstGeom prst="rect">
            <a:avLst/>
          </a:prstGeom>
          <a:solidFill>
            <a:srgbClr val="059D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7098" y="4600923"/>
            <a:ext cx="1539528" cy="49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 txBox="1"/>
          <p:nvPr/>
        </p:nvSpPr>
        <p:spPr>
          <a:xfrm>
            <a:off x="1439250" y="1782150"/>
            <a:ext cx="6265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We’re evolving...</a:t>
            </a:r>
            <a:endParaRPr sz="5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